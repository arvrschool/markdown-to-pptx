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cost reduction in VideoMDM and the resolution benefits of Surflo.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recent MiniMax abab 7 model using MoE and Linear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AI Industry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by: AI Assistant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Explosive growth in multi-modal models.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VideoMDM lowers 3D mocap costs.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Surflo solves 3D surface consistency.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moving towards autonomous execution.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"Zero-touch" workflows are becoming the standard.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 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2865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Latent State encoding replacing per-view tokens.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20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 Te...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48200" y="2240280"/>
            <a:ext cx="2865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820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 Teacher strategies bridging 2D and 3D supervision.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MoE (Mix...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6280" y="2240280"/>
            <a:ext cx="2865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628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MoE (Mixture of Experts) expanding to multimodal setups.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2026-06-21T01:37:06Z</dcterms:created>
  <dcterms:modified xsi:type="dcterms:W3CDTF">2026-06-21T01:37:06Z</dcterms:modified>
</cp:coreProperties>
</file>