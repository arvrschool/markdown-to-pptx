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cost reduction in VideoMDM and the resolution benefits of Surflo.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recent MiniMax abab 7 model using MoE and Linear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AI Industry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Reported by: AI Assistant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5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Explosive growth in multi-modal models.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VideoMDM lowers 3D mocap costs.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Surflo solves 3D surface consistency.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moving towards autonomous execution.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"Zero-touch" workflows are becoming the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865120" cy="0"/>
          </a:xfrm>
          <a:prstGeom prst="line">
            <a:avLst/>
          </a:prstGeom>
          <a:noFill/>
          <a:ln w="12700">
            <a:solidFill>
              <a:srgbClr val="E9D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Latent State encoding replacing per-view tokens.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Noisy Te...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8200" y="2240280"/>
            <a:ext cx="2865120" cy="0"/>
          </a:xfrm>
          <a:prstGeom prst="line">
            <a:avLst/>
          </a:prstGeom>
          <a:noFill/>
          <a:ln w="1270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Noisy Teacher strategies bridging 2D and 3D supervision.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 (Mix...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6280" y="2240280"/>
            <a:ext cx="2865120" cy="0"/>
          </a:xfrm>
          <a:prstGeom prst="line">
            <a:avLst/>
          </a:prstGeom>
          <a:noFill/>
          <a:ln w="12700">
            <a:solidFill>
              <a:srgbClr val="E9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28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 (Mixture of Experts) expanding to multimodal setups.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2026-06-21T01:37:06Z</dcterms:created>
  <dcterms:modified xsi:type="dcterms:W3CDTF">2026-06-21T01:37:06Z</dcterms:modified>
</cp:coreProperties>
</file>