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Emphasize the cost reduction in VideoMDM and the resolution benefits of Surflo.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Mention the recent MiniMax abab 7 model using MoE and Linear Attention.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68580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Shape 1"/>
          <p:cNvSpPr/>
          <p:nvPr/>
        </p:nvSpPr>
        <p:spPr>
          <a:xfrm>
            <a:off x="457200" y="457200"/>
            <a:ext cx="2743200" cy="5943600"/>
          </a:xfrm>
          <a:prstGeom prst="rect">
            <a:avLst/>
          </a:prstGeom>
          <a:ln w="19050">
            <a:solidFill>
              <a:srgbClr val="FFFFFF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389120" y="1828800"/>
            <a:ext cx="6858000" cy="201168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2026 AI Industry Analysis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4389120" y="4114800"/>
            <a:ext cx="68580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Reported by: AI Assistant</a:t>
            </a:r>
            <a:endParaRPr lang="en-US" sz="1800" dirty="0"/>
          </a:p>
          <a:p>
            <a:pPr algn="l" indent="0" marL="0">
              <a:buNone/>
            </a:pPr>
            <a:r>
              <a:rPr lang="en-US" sz="18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Date: June 2026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Core Trends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746504" y="1463040"/>
            <a:ext cx="868680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746504" y="1463040"/>
            <a:ext cx="868680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2020824" y="1737360"/>
            <a:ext cx="8138160" cy="3840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Explosive growth in multi-modal models.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VideoMDM lowers 3D mocap costs.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Surflo solves 3D surface consistency.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Agents moving towards autonomous execution.</a:t>
            </a:r>
            <a:endParaRPr lang="en-US" sz="1600" dirty="0"/>
          </a:p>
          <a:p>
            <a:pPr lvl="1" marL="685800" indent="-342900">
              <a:buSzPct val="100000"/>
              <a:buChar char="•"/>
            </a:pPr>
            <a:r>
              <a:rPr lang="en-US" sz="16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"Zero-touch" workflows are becoming the standard.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7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502920"/>
            <a:ext cx="109728" cy="457200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960120" y="365760"/>
            <a:ext cx="104698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Technical Architecture Evolution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731520" y="1143000"/>
            <a:ext cx="10698480" cy="0"/>
          </a:xfrm>
          <a:prstGeom prst="line">
            <a:avLst/>
          </a:prstGeom>
          <a:noFill/>
          <a:ln w="19050">
            <a:solidFill>
              <a:srgbClr val="C7D2F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463040"/>
            <a:ext cx="3322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L...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960120" y="2240280"/>
            <a:ext cx="28651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Global Latent State encoding replacing per-view tokens.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41960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419600" y="1463040"/>
            <a:ext cx="3322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64820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 Te...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648200" y="2240280"/>
            <a:ext cx="28651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4820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Noisy Teacher strategies bridging 2D and 3D supervision.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8107680" y="1463040"/>
            <a:ext cx="3322320" cy="438912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7D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107680" y="1463040"/>
            <a:ext cx="3322320" cy="73152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17" name="Text 15"/>
          <p:cNvSpPr/>
          <p:nvPr/>
        </p:nvSpPr>
        <p:spPr>
          <a:xfrm>
            <a:off x="8336280" y="1737360"/>
            <a:ext cx="286512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1E3A8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MoE (Mix...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336280" y="2240280"/>
            <a:ext cx="2865120" cy="0"/>
          </a:xfrm>
          <a:prstGeom prst="line">
            <a:avLst/>
          </a:prstGeom>
          <a:noFill/>
          <a:ln w="12700">
            <a:solidFill>
              <a:srgbClr val="C7D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336280" y="2423160"/>
            <a:ext cx="28651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37415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MoE (Mixture of Experts) expanding to multimodal setups.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2026-06-21T01:37:06Z</dcterms:created>
  <dcterms:modified xsi:type="dcterms:W3CDTF">2026-06-21T01:37:06Z</dcterms:modified>
</cp:coreProperties>
</file>