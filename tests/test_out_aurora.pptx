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20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Bringing digital intelligence into physical robots to act, learn, and manipulate objects.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5120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63040"/>
            <a:ext cx="512064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Voxel-level 3D semantic mapping, real-time depth tracing, and active sensor fusion.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120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86200"/>
            <a:ext cx="512064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trajectory optimization, localized SLAM, and dynamic obstacle avoidance.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886200"/>
            <a:ext cx="5120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86200"/>
            <a:ext cx="512064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0664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agents to automated assembly lines, warehouses, and complex physical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D946E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D946EF"/>
          </a:solidFill>
          <a:ln w="25400">
            <a:solidFill>
              <a:srgbClr val="FA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D946EF"/>
          </a:solidFill>
          <a:ln w="25400">
            <a:solidFill>
              <a:srgbClr val="FA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D946EF"/>
          </a:solidFill>
          <a:ln w="25400">
            <a:solidFill>
              <a:srgbClr val="FAF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pic>
        <p:nvPicPr>
          <p:cNvPr id="13" name="Image 0" descr="/mnt/c/Users/Administrator/.gemini/skills/markdown-to-pptx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2026-06-21T12:17:25Z</dcterms:created>
  <dcterms:modified xsi:type="dcterms:W3CDTF">2026-06-21T12:17:25Z</dcterms:modified>
</cp:coreProperties>
</file>