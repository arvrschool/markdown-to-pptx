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WAM runs at 60fps local inference to enable real-time reactive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2743200" cy="59436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182880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Embodied &amp; Spatial AI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389120" y="411480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Spatial Intelligence and Autonomous Action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Robotics &amp; World Modeling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01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Paradigm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46504" y="1463040"/>
            <a:ext cx="86868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46504" y="1463040"/>
            <a:ext cx="86868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2020824" y="1737360"/>
            <a:ext cx="8138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"Embodied AI bridges the gap between passive digital reasoning and physical action. By grounding intelligence in 3D space, agents learn to perceive, simulate, and navigate the physical world."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02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Core Domains of Spatial AI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512064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512064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755648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828800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Embodied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28800" y="20574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Bringing digital intelligence into physical robots to act, learn, and manipulate objects.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463040"/>
            <a:ext cx="512064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463040"/>
            <a:ext cx="512064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755648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🔹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406640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Spatial Perception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6640" y="20574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Voxel-level 3D semantic mapping, real-time depth tracing, and active sensor fusion.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886200"/>
            <a:ext cx="512064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886200"/>
            <a:ext cx="512064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178808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🔹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828800" y="4114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Navigation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28800" y="44805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Reactive trajectory optimization, localized SLAM, and dynamic obstacle avoidance.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3886200"/>
            <a:ext cx="512064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3886200"/>
            <a:ext cx="512064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178808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🔹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406640" y="4114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Impact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06640" y="44805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Deploying agents to automated assembly lines, warehouses, and complex physical environments.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03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Embodied Agent Evolution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011680"/>
            <a:ext cx="103327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255520" y="1874520"/>
            <a:ext cx="274320" cy="274320"/>
          </a:xfrm>
          <a:prstGeom prst="oval">
            <a:avLst/>
          </a:prstGeom>
          <a:solidFill>
            <a:srgbClr val="38BDF8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3548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33223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377440"/>
            <a:ext cx="332232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51460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 Bootstrapping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971800"/>
            <a:ext cx="304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Warm-start agent policy networks in photorealistic synthetic virtual environments.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1874520"/>
            <a:ext cx="274320" cy="274320"/>
          </a:xfrm>
          <a:prstGeom prst="oval">
            <a:avLst/>
          </a:prstGeom>
          <a:solidFill>
            <a:srgbClr val="38BDF8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419600" y="2377440"/>
            <a:ext cx="33223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19600" y="2377440"/>
            <a:ext cx="332232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4556760" y="251460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Sim-to-Real Transfer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56760" y="2971800"/>
            <a:ext cx="304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Bridge the virtual-physical domain gaps using zero-shot domain randomization techniques.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31680" y="1874520"/>
            <a:ext cx="274320" cy="274320"/>
          </a:xfrm>
          <a:prstGeom prst="oval">
            <a:avLst/>
          </a:prstGeom>
          <a:solidFill>
            <a:srgbClr val="38BDF8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1164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107680" y="2377440"/>
            <a:ext cx="33223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07680" y="2377440"/>
            <a:ext cx="332232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8244840" y="251460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Autonomous Mastery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44840" y="2971800"/>
            <a:ext cx="304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agents to refine behaviors via self-supervised online reinforcement learning.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04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World Action Model (WAM)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4754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475488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73736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Spatiotemporal Cross-Attention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Processes history spatial tokens and predicts subsequent action states.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Spatial Register Tokens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Encodes 3D physical coordinates into unified embedding representations.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Physics Constraint Bounds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Enforces structural collision limits and gravitational constants directly in latent space.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43891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pic>
        <p:nvPicPr>
          <p:cNvPr id="13" name="Image 0" descr="/mnt/c/Users/Administrator/.gemini/skills/markdown-to-pptx/assets/model_archite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2" y="1536192"/>
            <a:ext cx="4242816" cy="42428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2026-06-21T12:17:25Z</dcterms:created>
  <dcterms:modified xsi:type="dcterms:W3CDTF">2026-06-21T12:17:25Z</dcterms:modified>
</cp:coreProperties>
</file>