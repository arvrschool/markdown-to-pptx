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WAM runs at 60fps local inference to enable real-time reactive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2743200" cy="59436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389120" y="1828800"/>
            <a:ext cx="6858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Embodied &amp; Spatial AI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389120" y="411480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Spatial Intelligence and Autonomous Action</a:t>
            </a:r>
            <a:endParaRPr lang="en-US" sz="18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Advanced Robotics &amp; World Modeling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01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Paradigm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6DF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46504" y="1463040"/>
            <a:ext cx="8686800" cy="43891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6504" y="1463040"/>
            <a:ext cx="868680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2020824" y="173736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"Embodied AI bridges the gap between passive digital reasoning and physical action. By grounding intelligence in 3D space, agents learn to perceive, simulate, and navigate the physical world."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02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Core Domains of Spatial AI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6DF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5120640" cy="196596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512064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💡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82880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Embodied AI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82880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digital intelligence into physical robots to act, learn, and manipulate objects.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5120640" cy="196596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463040"/>
            <a:ext cx="512064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0" y="175564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406640" y="16916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Spatial Perception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06640" y="205740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Voxel-level 3D semantic mapping, real-time depth tracing, and active sensor fusion.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3886200"/>
            <a:ext cx="5120640" cy="196596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3886200"/>
            <a:ext cx="512064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182880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Autonomous Navigation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82880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trajectory optimization, localized SLAM, and dynamic obstacle avoidance.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309360" y="3886200"/>
            <a:ext cx="5120640" cy="196596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09360" y="3886200"/>
            <a:ext cx="512064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0" y="4178808"/>
            <a:ext cx="914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🔹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406640" y="41148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Impact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406640" y="448056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Deploying agents to automated assembly lines, warehouses, and complex physical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03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Embodied Agent Evolution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6DF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011680"/>
            <a:ext cx="1033272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2255520" y="1874520"/>
            <a:ext cx="274320" cy="274320"/>
          </a:xfrm>
          <a:prstGeom prst="oval">
            <a:avLst/>
          </a:prstGeom>
          <a:solidFill>
            <a:srgbClr val="D97706"/>
          </a:solidFill>
          <a:ln w="25400">
            <a:solidFill>
              <a:srgbClr val="FAF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548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2377440"/>
            <a:ext cx="3322320" cy="34747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77440"/>
            <a:ext cx="332232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Simulation Bootstrapping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Warm-start agent policy networks in photorealistic synthetic virtual environments.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1874520"/>
            <a:ext cx="274320" cy="274320"/>
          </a:xfrm>
          <a:prstGeom prst="oval">
            <a:avLst/>
          </a:prstGeom>
          <a:solidFill>
            <a:srgbClr val="D97706"/>
          </a:solidFill>
          <a:ln w="25400">
            <a:solidFill>
              <a:srgbClr val="FAF6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419600" y="2377440"/>
            <a:ext cx="3322320" cy="34747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19600" y="2377440"/>
            <a:ext cx="332232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0" name="Text 18"/>
          <p:cNvSpPr/>
          <p:nvPr/>
        </p:nvSpPr>
        <p:spPr>
          <a:xfrm>
            <a:off x="455676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Sim-to-Real Transfer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676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Bridge the virtual-physical domain gaps using zero-shot domain randomization techniques.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631680" y="1874520"/>
            <a:ext cx="274320" cy="274320"/>
          </a:xfrm>
          <a:prstGeom prst="oval">
            <a:avLst/>
          </a:prstGeom>
          <a:solidFill>
            <a:srgbClr val="D97706"/>
          </a:solidFill>
          <a:ln w="25400">
            <a:solidFill>
              <a:srgbClr val="FAF6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11640" y="12801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0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107680" y="2377440"/>
            <a:ext cx="3322320" cy="34747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7680" y="2377440"/>
            <a:ext cx="332232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6" name="Text 24"/>
          <p:cNvSpPr/>
          <p:nvPr/>
        </p:nvSpPr>
        <p:spPr>
          <a:xfrm>
            <a:off x="8244840" y="2514600"/>
            <a:ext cx="304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Autonomous Mastery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44840" y="2971800"/>
            <a:ext cx="3048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 agents to refine behaviors via self-supervised online reinforcement learning.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04 | EMBODIED &amp; SPATIAL AI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1064240" y="210312"/>
            <a:ext cx="73152" cy="73152"/>
          </a:xfrm>
          <a:prstGeom prst="oval">
            <a:avLst/>
          </a:prstGeom>
          <a:solidFill>
            <a:srgbClr val="FF5F56"/>
          </a:solidFill>
          <a:ln/>
        </p:spPr>
      </p:sp>
      <p:sp>
        <p:nvSpPr>
          <p:cNvPr id="4" name="Shape 2"/>
          <p:cNvSpPr/>
          <p:nvPr/>
        </p:nvSpPr>
        <p:spPr>
          <a:xfrm>
            <a:off x="11173968" y="210312"/>
            <a:ext cx="73152" cy="73152"/>
          </a:xfrm>
          <a:prstGeom prst="oval">
            <a:avLst/>
          </a:prstGeom>
          <a:solidFill>
            <a:srgbClr val="FFBD2E"/>
          </a:solidFill>
          <a:ln/>
        </p:spPr>
      </p:sp>
      <p:sp>
        <p:nvSpPr>
          <p:cNvPr id="5" name="Shape 3"/>
          <p:cNvSpPr/>
          <p:nvPr/>
        </p:nvSpPr>
        <p:spPr>
          <a:xfrm>
            <a:off x="11283696" y="210312"/>
            <a:ext cx="73152" cy="73152"/>
          </a:xfrm>
          <a:prstGeom prst="oval">
            <a:avLst/>
          </a:prstGeom>
          <a:solidFill>
            <a:srgbClr val="27C93F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502920"/>
            <a:ext cx="109728" cy="4572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6576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2E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Action Model (WAM)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0698480" cy="0"/>
          </a:xfrm>
          <a:prstGeom prst="line">
            <a:avLst/>
          </a:prstGeom>
          <a:noFill/>
          <a:ln w="19050">
            <a:solidFill>
              <a:srgbClr val="E6DF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463040"/>
            <a:ext cx="4754880" cy="43891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63040"/>
            <a:ext cx="4754880" cy="73152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737360"/>
            <a:ext cx="4206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Spatiotemporal Cross-Attention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Processes history spatial tokens and predicts subsequent action states.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Spatial Register Tokens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Encodes 3D physical coordinates into unified embedding representations.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Physics Constraint Bounds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4A3E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Enforces structural collision limits and gravitational constants directly in latent space.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463040"/>
            <a:ext cx="4389120" cy="4389120"/>
          </a:xfrm>
          <a:prstGeom prst="roundRect">
            <a:avLst/>
          </a:prstGeom>
          <a:solidFill>
            <a:srgbClr val="FFFDF9"/>
          </a:solidFill>
          <a:ln w="19050">
            <a:solidFill>
              <a:srgbClr val="E6DFD3"/>
            </a:solidFill>
            <a:prstDash val="solid"/>
          </a:ln>
        </p:spPr>
      </p:sp>
      <p:pic>
        <p:nvPicPr>
          <p:cNvPr id="13" name="Image 0" descr="/mnt/c/Users/Administrator/.gemini/skills/markdown-to-pptx/assets/model_architectur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2" y="1536192"/>
            <a:ext cx="4242816" cy="4242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2026-06-21T12:17:25Z</dcterms:created>
  <dcterms:modified xsi:type="dcterms:W3CDTF">2026-06-21T12:17:25Z</dcterms:modified>
</cp:coreProperties>
</file>