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Inference (ms)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16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Remote Cloud API (ms)</c:v>
                </c:pt>
              </c:strCache>
            </c:strRef>
          </c:tx>
          <c:spPr>
            <a:solidFill>
              <a:srgbClr val="1C3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850</c:v>
                </c:pt>
                <c:pt idx="1">
                  <c:v>450</c:v>
                </c:pt>
                <c:pt idx="2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D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3E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1DD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3E3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WAM runs at 60fps local inference to enable real-time reactive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Embodied &amp; Spatial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Intelligence and Autonomous Action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Robotics &amp; World Modeling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01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Paradigm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"Embodied AI bridges the gap between passive digital reasoning and physical action. By grounding intelligence in 3D space, agents learn to perceive, simulate, and navigate the physical world."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02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Core Domains of Spatial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8288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2057400"/>
            <a:ext cx="3749040" cy="0"/>
          </a:xfrm>
          <a:prstGeom prst="line">
            <a:avLst/>
          </a:prstGeom>
          <a:noFill/>
          <a:ln w="12700">
            <a:solidFill>
              <a:srgbClr val="D1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Bringing digital intelligence into physical robots to act, learn, and manipulate objects.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36792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463040"/>
            <a:ext cx="54864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799832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Perception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99832" y="2057400"/>
            <a:ext cx="3749040" cy="0"/>
          </a:xfrm>
          <a:prstGeom prst="line">
            <a:avLst/>
          </a:prstGeom>
          <a:noFill/>
          <a:ln w="12700">
            <a:solidFill>
              <a:srgbClr val="D1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Voxel-level 3D semantic mapping, real-time depth tracing, and active sensor fusion.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23360"/>
            <a:ext cx="54864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82880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Navigation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0" y="4617720"/>
            <a:ext cx="3749040" cy="0"/>
          </a:xfrm>
          <a:prstGeom prst="line">
            <a:avLst/>
          </a:prstGeom>
          <a:noFill/>
          <a:ln w="12700">
            <a:solidFill>
              <a:srgbClr val="D1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Reactive trajectory optimization, localized SLAM, and dynamic obstacle avoidance.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36792" y="402336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4023360"/>
            <a:ext cx="54864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779983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99832" y="4617720"/>
            <a:ext cx="3749040" cy="0"/>
          </a:xfrm>
          <a:prstGeom prst="line">
            <a:avLst/>
          </a:prstGeom>
          <a:noFill/>
          <a:ln w="12700">
            <a:solidFill>
              <a:srgbClr val="D1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Deploying agents to automated assembly lines, warehouses, and complex physical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03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Embodied Agent Evolution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55520" y="1874520"/>
            <a:ext cx="274320" cy="274320"/>
          </a:xfrm>
          <a:prstGeom prst="oval">
            <a:avLst/>
          </a:prstGeom>
          <a:solidFill>
            <a:srgbClr val="10B981"/>
          </a:solidFill>
          <a:ln w="25400">
            <a:solidFill>
              <a:srgbClr val="F4F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548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774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Bootstrapping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agent policy networks in photorealistic synthetic virtual environments.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74520"/>
            <a:ext cx="274320" cy="274320"/>
          </a:xfrm>
          <a:prstGeom prst="oval">
            <a:avLst/>
          </a:prstGeom>
          <a:solidFill>
            <a:srgbClr val="10B981"/>
          </a:solidFill>
          <a:ln w="25400">
            <a:solidFill>
              <a:srgbClr val="F4F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1960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19600" y="23774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5676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676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 the virtual-physical domain gaps using zero-shot domain randomization techniques.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31680" y="1874520"/>
            <a:ext cx="274320" cy="274320"/>
          </a:xfrm>
          <a:prstGeom prst="oval">
            <a:avLst/>
          </a:prstGeom>
          <a:solidFill>
            <a:srgbClr val="10B981"/>
          </a:solidFill>
          <a:ln w="25400">
            <a:solidFill>
              <a:srgbClr val="F4F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6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0768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23774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24484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Autonomous Mastery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4484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agents to refine behaviors via self-supervised online reinforcement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04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Action Model (WAM)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47548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Spatiotemporal Cross-Attention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Processes history spatial tokens and predicts subsequent action states.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Register Tokens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Encodes 3D physical coordinates into unified embedding representations.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Physics Constraint Bounds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Enforces structural collision limits and gravitational constants directly in latent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43891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pic>
        <p:nvPicPr>
          <p:cNvPr id="13" name="Image 0" descr="/mnt/c/Users/Administrator/.gemini/skills/markdown-to-pptx/tests/assets/model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36192"/>
            <a:ext cx="4242816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05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Statistics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98.2%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in voxel-level 3D semantic mapping and active sensor fusion.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1104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12.5x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0248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 in sim-to-real transfer with zero-shot domain randomization.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19912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-35%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29056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Collision rates in crowded dynamic obstacle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06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vs Physical Contrast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1663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166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Environment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Photorealistic virtual domain, zero hardware risk, infinite parallel rollouts, perfect sensor measurements.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1663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63040"/>
            <a:ext cx="51663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Real World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real-world sensors, mechanical wear and lag, high collision risks, limited execution speed.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07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Benchmark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914400" y="1463040"/>
          <a:ext cx="10332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2026-07-04T03:04:37Z</dcterms:created>
  <dcterms:modified xsi:type="dcterms:W3CDTF">2026-07-04T03:04:37Z</dcterms:modified>
</cp:coreProperties>
</file>